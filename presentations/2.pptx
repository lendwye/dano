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БАЛАНС НАЦЕНКИ И КЭШБЭКА — КЛЮЧ К УСПЕХУ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Т-Банк: Супермаркеты в Городе</a:t>
            </a:r>
          </a:p>
          <a:p>
            <a:r>
              <a:t>Решение кейса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Количество наблюдений: ~102 000 заказов</a:t>
            </a:r>
          </a:p>
          <a:p>
            <a:pPr/>
            <a:r>
              <a:t>Единица наблюдения: заказ клиента</a:t>
            </a:r>
          </a:p>
          <a:p>
            <a:pPr/>
            <a:r>
              <a:t>Качественные: пол (gender_cd), возрастная группа (age_group), группа дохода (income_group)</a:t>
            </a:r>
          </a:p>
          <a:p>
            <a:pPr/>
            <a:r>
              <a:t>Количественные: GMV, наценка (markup), кэшбэк (cb_percent), количество товаров, история заказов (lifestyle___super_cnt_90)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ВВОД НОВЫХ ПЕРЕМЕННЫХ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Индекс размера корзины (total_items) = Готовая еда + Выпечка + Овощи и фрукты + Напитки + Сладости</a:t>
            </a:r>
          </a:p>
          <a:p>
            <a:pPr/>
            <a:r>
              <a:t>Индекс взаимодействия (markup_x_cb) = наценка * кэшбэк</a:t>
            </a:r>
          </a:p>
          <a:p>
            <a:pPr/>
            <a:r>
              <a:t>Опыт клиента (experience_group) = Клиенты разделены на новые (ниже медианы заказов) и опытные (выше медианы заказов)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ИССЛЕДОВАТЕЛЬСКИЙ ВОПРОС И ГИПОТЕЗА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Исследовательский вопрос: Как наценка влияет на размер корзины, и компенсирует ли кэшбэк это влияние?</a:t>
            </a:r>
          </a:p>
          <a:p>
            <a:pPr/>
            <a:r>
              <a:t>Гипотеза: Увеличение наценки негативно влияет на общую стоимость и количество товаров в заказе. Однако повышенный кэшбэк модерирует (смягчает) этот негативный эффект.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МЕХАНИЗМ (Каузальная цепочка)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Повышение наценки -&gt; Клиент видит более высокие цены на базовые товары в каталоге</a:t>
            </a:r>
          </a:p>
          <a:p>
            <a:pPr/>
            <a:r>
              <a:t>Реакция клиента -&gt; Отказ от импульсивных покупок (сладости, напитки) -&gt; Снижение размера корзины (total_items)</a:t>
            </a:r>
          </a:p>
          <a:p>
            <a:pPr/>
            <a:r>
              <a:t>Вмешательство (Кэшбэк) -&gt; Клиент получает push-уведомление о 15% кэшбэка -&gt; Психологическое ощущение выгоды</a:t>
            </a:r>
          </a:p>
          <a:p>
            <a:pPr/>
            <a:r>
              <a:t>Результат -&gt; Клиент собирает большую корзину, несмотря на 5% наценку (компенсация)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ОБРАБОТКА ДАННЫХ И ВЫБРОСОВ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Форматирование: Замена запятых на точки во всех денежных показателях, конвертация в float.</a:t>
            </a:r>
          </a:p>
          <a:p>
            <a:pPr/>
            <a:r>
              <a:t>Пропуски: Отсутствие информации о прошлых заказах заменено на индикаторные фичи (is_first_order).</a:t>
            </a:r>
          </a:p>
          <a:p>
            <a:pPr/>
            <a:r>
              <a:t>Обработка выбросов: Для корректной работы регрессионной и статистической моделей удалены аномальные заказы (топ 1% по GMV). Это предотвратило смещение средних оценок.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АНАЛИЗ: Статистическая 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H0: Среднее значение GMV при наценке 0% и 9% равны (μ1 = μ2)</a:t>
            </a:r>
          </a:p>
          <a:p>
            <a:pPr/>
            <a:r>
              <a:t>H1: Средние распределений не равны (μ1 ≠ μ2)</a:t>
            </a:r>
          </a:p>
          <a:p>
            <a:pPr/>
            <a:r>
              <a:t>Использован непараметрический U-тест Манна-Уитни (т.к. распределение GMV имеет правый хвост):</a:t>
            </a:r>
          </a:p>
          <a:p>
            <a:pPr/>
            <a:r>
              <a:t>Результат теста: p-value = 0.014</a:t>
            </a:r>
          </a:p>
          <a:p>
            <a:pPr/>
            <a:r>
              <a:t>Вывод: Отклоняем H0 на уровне значимости 5%. Наценка 9% статистически значимо снижает GMV по сравнению с 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ГЛАВНЫЙ ГРАФИК: Влияние на размер корзины</a:t>
            </a:r>
          </a:p>
        </p:txBody>
      </p:sp>
      <p:pic>
        <p:nvPicPr>
          <p:cNvPr id="3" name="Picture 2" descr="heatmap_bas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76795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АНАЛИЗ: Распределение GMV по уровню наценки</a:t>
            </a:r>
          </a:p>
        </p:txBody>
      </p:sp>
      <p:pic>
        <p:nvPicPr>
          <p:cNvPr id="3" name="Picture 2" descr="boxplot_gmv_mar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8535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ПО ПОДВЫБОРКАМ (Опытные vs Новые)</a:t>
            </a:r>
          </a:p>
        </p:txBody>
      </p:sp>
      <p:pic>
        <p:nvPicPr>
          <p:cNvPr id="3" name="Picture 2" descr="subsamples_markup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0379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 ИЗ АНАЛИЗА ПО ПОДВЫБОРКАМ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Разделение по медиане частоты заказов (lifestyle___super_cnt_90).</a:t>
            </a:r>
          </a:p>
          <a:p>
            <a:pPr/>
            <a:r>
              <a:t>Матмодель (OLS) показала:</a:t>
            </a:r>
          </a:p>
          <a:p>
            <a:pPr/>
            <a:r>
              <a:t>Опытные пользователи: Практически не обращают внимания на наценку и кэшбэк. Коэффициенты статистически незначимы.</a:t>
            </a:r>
          </a:p>
          <a:p>
            <a:pPr/>
            <a:r>
              <a:t>Новые пользователи: Чувствительность к кэшбэку крайне высока (p-value &lt; 0.001). При 15% кэшбэке их размер корзины максимален даже при наличии наценки.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ПРИМЕНЕНИЕ ИССЛЕДОВАНИЯ (Выводы)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Гипотеза подтверждена математически (Пуассоновская регрессия и Манн-Уитни): наценка 9% бьет по корзине, кэшбэк 15% ее компенсирует.</a:t>
            </a:r>
          </a:p>
          <a:p>
            <a:pPr/>
            <a:r>
              <a:t>Рекомендация для бизнеса:</a:t>
            </a:r>
          </a:p>
          <a:p>
            <a:pPr/>
            <a:r>
              <a:t>1. Оптимальный уровень: Наценка 5%. Она не вызывает резкого отторжения, а кэшбэк полностью нивелирует негатив.</a:t>
            </a:r>
          </a:p>
          <a:p>
            <a:pPr/>
            <a:r>
              <a:t>2. Сегментация: Опытным клиентам можно не давать 15% кэшбэка при 5% наценке (экономия бюджета). Новым клиентам 15% кэшбэк обязателен.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Survivorship Bias (Ошибка выжившего): Анализ проводился только по завершенным заказам. Мы не учли клиентов, которые открыли корзину, увидели наценку 9% и ушли из приложения.</a:t>
            </a:r>
          </a:p>
          <a:p>
            <a:pPr/>
            <a:r>
              <a:t>2. Временные рамки: Данные собраны за 2 недели. Клиент может собрать огромную корзину из-за кэшбэка 15% один раз в месяц, исчерпать лимит и больше не покупать.</a:t>
            </a:r>
          </a:p>
          <a:p>
            <a:pPr/>
            <a:r>
              <a:t>3. Сезонность: В выборку могли попасть праздничные дни, что искажает реальный размер базовой корзины.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