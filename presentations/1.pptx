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Влияние наценки и кэшбэка на поведение клиентов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Исследование для сервиса «Супермаркеты в Городе» (Т-Банк)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Контекст: Т-Банк развивает сервис заказа продуктов и тестирует 4 уровня наценки (0%, 1%, 5%, 9%).</a:t>
            </a:r>
          </a:p>
          <a:p>
            <a:pPr/>
            <a:r>
              <a:t>Проблема: Высокая наценка увеличивает выручку, но может оттолкнуть клиентов.</a:t>
            </a:r>
          </a:p>
          <a:p>
            <a:pPr/>
            <a:r>
              <a:t>Инструмент удержания: Повышенный кэшбэк для частичной компенсации роста цен.</a:t>
            </a:r>
          </a:p>
          <a:p>
            <a:pPr/>
            <a:r>
              <a:t>Цель: Понять, как наценка влияет на поведение клиента (GMV, размер корзины) и смягчает ли кэшбэк этот негативный эффект.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Разведывательный анализ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Анализ данных: Датасет содержит ~102 000 заказов за двухнедельный период.</a:t>
            </a:r>
          </a:p>
          <a:p>
            <a:pPr/>
            <a:r>
              <a:t>Очистка: Выполнена обработка пропусков (отсутствие прошлых заказов заменено на индикаторы новых клиентов).</a:t>
            </a:r>
          </a:p>
          <a:p>
            <a:pPr/>
            <a:r>
              <a:t>Выбросы: Исключены аномально крупные заказы (топ 1% по GMV) для повышения точности моделей.</a:t>
            </a:r>
          </a:p>
          <a:p>
            <a:pPr/>
            <a:r>
              <a:t>Распределение GMV: Имеет выраженный правый хвост (логарифмическое нормальное распределение).</a:t>
            </a:r>
          </a:p>
          <a:p>
            <a:pPr/>
            <a:r>
              <a:t>Корреляции: Обнаружена сильная зависимость GMV от количества товаров, прямая линейная связь наценки и GMV близка к нулю.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Распределение суммы заказа (GMV)</a:t>
            </a:r>
          </a:p>
        </p:txBody>
      </p:sp>
      <p:pic>
        <p:nvPicPr>
          <p:cNvPr id="3" name="Picture 2" descr="gm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Формирование гипотез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Гипотеза 1 (Прямой эффект): Увеличение наценки негативно влияет на общую стоимость корзины и количество товаров в заказе.</a:t>
            </a:r>
          </a:p>
          <a:p>
            <a:pPr/>
            <a:r>
              <a:t>Гипотеза 2 (Модерирующий эффект): Повышенный кэшбэк значимо снижает негативный эффект наценки.</a:t>
            </a:r>
          </a:p>
          <a:p>
            <a:pPr/>
            <a:r>
              <a:t>Гипотеза 3 (Опыт клиента): Опытные/лояльные клиенты менее чувствительны к наценке по сравнению с новыми клиентами (покупки по привычке).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Математическое моделирование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Модель для GMV: Линейная OLS регрессия (с логарифмированием целевой переменной `log_gmv`).</a:t>
            </a:r>
          </a:p>
          <a:p>
            <a:pPr/>
            <a:r>
              <a:t>Модель для состава корзины: Пуассоновская регрессия для предсказания количества товаров.</a:t>
            </a:r>
          </a:p>
          <a:p>
            <a:pPr/>
            <a:r>
              <a:t>Предикторы: Наценка (markup), Кэшбэк (cb_percent), Взаимодействие (markup * cb_percent).</a:t>
            </a:r>
          </a:p>
          <a:p>
            <a:pPr/>
            <a:r>
              <a:t>Контрольные переменные: Частота прошлых заказов, индикатор первого заказа.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моделирования: Влияние на GMV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всей выборке: Прямой негативный эффект наценки оказался статистически незначимым (p=0.270).</a:t>
            </a:r>
          </a:p>
          <a:p>
            <a:pPr/>
            <a:r>
              <a:t>Эффект кэшбэка: Кэшбэк статистически значимо и положительно влияет на GMV (p=0.000).</a:t>
            </a:r>
          </a:p>
          <a:p>
            <a:pPr/>
            <a:r>
              <a:t>Анализ сегментов: Опытные пользователи почти не чувствительны ни к наценке, ни к кэшбэку.</a:t>
            </a:r>
          </a:p>
          <a:p>
            <a:pPr/>
            <a:r>
              <a:t>Новые пользователи: Демонстрируют очень сильную эластичность к кэшбэку, размер их корзины сильно зависит от промо.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 моделирования: Влияние на размер корзины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 результатам Пуассоновской регрессии:</a:t>
            </a:r>
          </a:p>
          <a:p>
            <a:pPr/>
            <a:r>
              <a:t>Взаимодействие наценки и кэшбэка (markup * cb) имеет значимый отрицательный коэффициент.</a:t>
            </a:r>
          </a:p>
          <a:p>
            <a:pPr/>
            <a:r>
              <a:t>При экстремально высоких уровнях наценки (9%) компенсаторный эффект кэшбэка падает.</a:t>
            </a:r>
          </a:p>
          <a:p>
            <a:pPr/>
            <a:r>
              <a:t>Клиенты начинают собирать корзину из меньшего числа товаров, отказываясь от дополнительных позиций.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Зависимость GMV от наценки и кэшбэка</a:t>
            </a:r>
          </a:p>
        </p:txBody>
      </p:sp>
      <p:pic>
        <p:nvPicPr>
          <p:cNvPr id="3" name="Picture 2" descr="gmv_by_markup_and_cash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Прогноз модели (Marginal Effects)</a:t>
            </a:r>
          </a:p>
        </p:txBody>
      </p:sp>
      <p:pic>
        <p:nvPicPr>
          <p:cNvPr id="3" name="Picture 2" descr="predicted_gmv_by_markup_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бизнес-рекомендации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Оптимальный уровень: Наценка в 5% является оптимальной. В комбинации с 15% кэшбэком она даже стимулирует рост GMV.</a:t>
            </a:r>
          </a:p>
          <a:p>
            <a:pPr/>
            <a:r>
              <a:t>Рискованный уровень: Наценка в 9% начинает отталкивать клиентов, они собирают меньшую корзину.</a:t>
            </a:r>
          </a:p>
          <a:p>
            <a:pPr/>
            <a:r>
              <a:t>Сегментация: Опытным клиентам можно выставлять наценку 5% с меньшим кэшбэком (они менее чувствительны).</a:t>
            </a:r>
          </a:p>
          <a:p>
            <a:pPr/>
            <a:r>
              <a:t>Привлечение: Новым клиентам критически важно давать высокий кэшбэк для стимуляции первых заказов.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исследования и альтернативные объяснения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Отток (Churn): Модели оценивают только тех клиентов, кто уже совершил заказ. Наценка в 9% может не менять размер корзины, но заставить часть пользователей отказаться от заказа вообще.</a:t>
            </a:r>
          </a:p>
          <a:p>
            <a:pPr/>
            <a:r>
              <a:t>Лимиты кэшбэка: Высокий GMV при 15% кэшбэка может быть вызван желанием клиента «исчерпать» месячный лимит за одну покупку, что снизит частоту заказов в будущем.</a:t>
            </a:r>
          </a:p>
          <a:p>
            <a:pPr/>
            <a:r>
              <a:t>Сезонность: Данные представлены только за 2 недели, результаты могут отличаться в другие периоды (например, праздники).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